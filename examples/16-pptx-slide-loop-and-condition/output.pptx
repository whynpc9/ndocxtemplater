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79bb7ab7a6b48c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IdSlide1"/>
    <p:sldId id="257" r:id="rIdSlide2"/>
    <p:sldId id="258" r:id="R2b4ecf8cd56c4692"/>
    <p:sldId id="259" r:id="rIdSlide3"/>
  </p:sldIdLst>
  <p:sldSz cx="9144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2b4ecf8cd56c4692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5" /><Relationship Type="http://schemas.openxmlformats.org/officeDocument/2006/relationships/slideLayout" Target="/ppt/slideLayouts/slideLayout1.xml" Id="rId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NDocxTemplater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0000" dir="5400000" rotWithShape="0"/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400000"/>
            <a:ext cx="7600000" cy="7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 Quarterly Review</a:t>
            </a:r>
            <a:endParaRPr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400000"/>
            <a:ext cx="7600000" cy="7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Box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1300000"/>
            <a:ext cx="7600000" cy="7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 Alice</a:t>
            </a:r>
            <a:endParaRPr/>
          </a:p>
        </p:txBody>
      </p:sp>
      <p:sp>
        <p:nvSpPr>
          <p:cNvPr id="4" name="TextBox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2200000"/>
            <a:ext cx="7600000" cy="7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Amount 12.50</a:t>
            </a:r>
            <a:endParaRPr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400000"/>
            <a:ext cx="7600000" cy="7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Box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1300000"/>
            <a:ext cx="7600000" cy="7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Summary All regions green</a:t>
            </a:r>
            <a:endParaRPr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400000"/>
            <a:ext cx="7600000" cy="7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Box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1300000"/>
            <a:ext cx="7600000" cy="7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 Bob</a:t>
            </a:r>
            <a:endParaRPr/>
          </a:p>
        </p:txBody>
      </p:sp>
      <p:sp>
        <p:nvSpPr>
          <p:cNvPr id="4" name="TextBox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2200000"/>
            <a:ext cx="7600000" cy="7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Amount 99.00</a:t>
            </a:r>
            <a:endParaRPr/>
          </a:p>
        </p:txBody>
      </p:sp>
    </p:spTree>
  </p:cSld>
  <p:clrMapOvr>
    <a:masterClrMapping xmlns:a="http://schemas.openxmlformats.org/drawingml/2006/main"/>
  </p:clrMapOvr>
</p:sld>
</file>
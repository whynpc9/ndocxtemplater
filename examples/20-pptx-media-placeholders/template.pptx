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75b07f2ef7b46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Slide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Slide1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5" /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NDocxTemplater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0000" dir="5400000" rotWithShape="0"/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4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{report.title}</a:t>
            </a:r>
            <a:endParaRPr/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13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{%logo}</a:t>
            </a:r>
            <a:endParaRPr/>
          </a:p>
        </p:txBody>
      </p:sp>
      <p:sp>
        <p:nvSpPr>
          <p:cNvPr id="4" name="Text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{%barcode:code;type=code128;width=180;height=60}</a:t>
            </a:r>
            <a:endParaRPr/>
          </a:p>
        </p:txBody>
      </p:sp>
    </p:spTree>
  </p:cSld>
  <p:clrMapOvr>
    <a:masterClrMapping xmlns:a="http://schemas.openxmlformats.org/drawingml/2006/main"/>
  </p:clrMapOvr>
</p:sld>
</file>
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75b07f2ef7b4689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IdSlide1"/>
  </p:sldIdLst>
  <p:sldSz cx="9144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1.xml" Id="rIdSlide1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5" /><Relationship Type="http://schemas.openxmlformats.org/officeDocument/2006/relationships/slideLayout" Target="/ppt/slideLayouts/slideLayout1.xml" Id="rId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NDocxTemplater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0000" dir="5400000" rotWithShape="0"/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.png" Id="R5e97df2f776c4560" /><Relationship Type="http://schemas.openxmlformats.org/officeDocument/2006/relationships/image" Target="/ppt/media/image2.png" Id="Rc005c174d0254314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400000"/>
            <a:ext cx="7600000" cy="7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Media Report</a:t>
            </a: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xmlns:r="http://schemas.openxmlformats.org/officeDocument/2006/relationships" r:embed="R5e97df2f776c4560" cstate="print"/>
          <a:stretch>
            <a:fillRect/>
          </a:stretch>
        </p:blipFill>
        <p:spPr>
          <a:xfrm>
            <a:off x="400000" y="1300000"/>
            <a:ext cx="381000" cy="190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c005c174d0254314" cstate="print"/>
          <a:stretch>
            <a:fillRect/>
          </a:stretch>
        </p:blipFill>
        <p:spPr>
          <a:xfrm>
            <a:off x="400000" y="2200000"/>
            <a:ext cx="1714500" cy="571500"/>
          </a:xfrm>
          <a:prstGeom prst="rect">
            <a:avLst/>
          </a:prstGeom>
        </p:spPr>
      </p:pic>
    </p:spTree>
  </p:cSld>
  <p:clrMapOvr>
    <a:masterClrMapping xmlns:a="http://schemas.openxmlformats.org/drawingml/2006/main"/>
  </p:clrMapOvr>
</p:sld>
</file>